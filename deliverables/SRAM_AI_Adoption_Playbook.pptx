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  <a:p>
            <a:pPr>
              <a:spcAft>
                <a:spcPts val="360"/>
              </a:spcAft>
              <a:defRPr sz="6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Donovan Palmer, Ed Kreienberg, Will Zheng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Gears, chains, and disc</a:t>
            </a:r>
            <a:br/>
            <a:r>
              <a:t>brakes for every bike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and shocks that</a:t>
            </a:r>
            <a:br/>
            <a:r>
              <a:t>absorb trail impacts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wheels, handlebars,</a:t>
            </a:r>
            <a:br/>
            <a:r>
              <a:t>and stems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rider output in watts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On-bike computer for</a:t>
            </a:r>
            <a:br/>
            <a:r>
              <a:t>navigation and training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Clip-in pedal systems</a:t>
            </a:r>
            <a:br/>
            <a:r>
              <a:t>for road and mountain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weekend riders to Tour de France pros.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6 brands connect wirelessly and share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 searches</a:t>
            </a:r>
            <a:br/>
            <a:r>
              <a:t>approved documentation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 drafts</a:t>
            </a:r>
            <a:br/>
            <a:r>
              <a:t>response 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 searches</a:t>
            </a:r>
            <a:br/>
            <a:r>
              <a:t>approved documentation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 drafts</a:t>
            </a:r>
            <a:br/>
            <a:r>
              <a:t>response 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Per-device monitoring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Premium optimization 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Dealer analytics license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5229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IT 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Talent, data, and leadership required at each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TALENT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 integration engineer + 1 product owner.</a:t>
            </a:r>
            <a:br/>
            <a:r>
              <a:t>No new AI/ML hires. 250-400 existing engineers</a:t>
            </a:r>
            <a:br/>
            <a:r>
              <a:t>have capacity with AI-assisted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Add product managers and QA capacity.</a:t>
            </a:r>
            <a:br/>
            <a:r>
              <a:t>The constraint is PM and QA, not developers.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Good data in pockets, messy data everywhere</a:t>
            </a:r>
            <a:br/>
            <a:r>
              <a:t>else. 18 months of consolidation underway.</a:t>
            </a:r>
            <a:br/>
            <a:r>
              <a:t>AXS + Hammerhead data is pilot-ready.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 linking CRM, inventory,</a:t>
            </a:r>
            <a:br/>
            <a:r>
              <a:t>and telemetry. Foundation for Phase 2-4.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CEO assigns one accountable business owner</a:t>
            </a:r>
            <a:br/>
            <a:r>
              <a:t>with authority over scope and tooling decisions.</a:t>
            </a:r>
            <a:br/>
            <a:r>
              <a:t>Weekly quality reviews.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OPEN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No confirmed executive sponsor above</a:t>
            </a:r>
            <a:br/>
            <a:r>
              <a:t>Hartsell for the data consolidation roadmap.</a:t>
            </a:r>
            <a:br/>
            <a:r>
              <a:t>Resolving this is a prerequisite for Phase 2.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623560"/>
            <a:ext cx="10698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62356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715000"/>
            <a:ext cx="101498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“We are 60 to 70 percent of the way to deploying a bounded support assistant for AXS and Hammerhead products.”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