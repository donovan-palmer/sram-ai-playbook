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that absorb</a:t>
            </a:r>
            <a:br/>
            <a:r>
              <a:t>bumps on trails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 built</a:t>
            </a:r>
            <a:br/>
            <a:r>
              <a:t>for speed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performance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GPS device for navigation,</a:t>
            </a:r>
            <a:br/>
            <a:r>
              <a:t>training, and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Clipless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casual riders to elite athletes.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