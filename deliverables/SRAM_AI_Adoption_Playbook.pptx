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Drivetrains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Gears and chains that</a:t>
            </a:r>
            <a:br/>
            <a:r>
              <a:t>make bikes go fast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Brakes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Disc brakes that help</a:t>
            </a:r>
            <a:br/>
            <a:r>
              <a:t>riders stop safely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that absorb</a:t>
            </a:r>
            <a:br/>
            <a:r>
              <a:t>bumps on trails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Wheels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 built</a:t>
            </a:r>
            <a:br/>
            <a:r>
              <a:t>for speed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Sensors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Power meters that</a:t>
            </a:r>
            <a:br/>
            <a:r>
              <a:t>measure performance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AXS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Connects all components</a:t>
            </a:r>
            <a:br/>
            <a:r>
              <a:t>into one digital ecosystem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6 brands. 1 connected ecosystem. From casual riders to elite athletes.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3400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