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t>AI Adoption Playbook</a:t>
            </a:r>
          </a:p>
          <a:p>
            <a:pPr>
              <a:spcAft>
                <a:spcPts val="6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A3A3C"/>
                </a:solidFill>
                <a:latin typeface="Calibri"/>
              </a:defRPr>
            </a:pPr>
            <a:r>
              <a:t>A $10M opportunity starting with a 90-day pilot</a:t>
            </a:r>
          </a:p>
          <a:p>
            <a:pPr>
              <a:spcAft>
                <a:spcPts val="480"/>
              </a:spcAft>
              <a:defRPr sz="8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Prepared for Executive Leadership  | 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 makes the parts that make bikes go, stop, and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A $1B+ company headquartered in Chicago, powering bikes from weekend rides to the Tour de France.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Drivetrains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Gears and chains that</a:t>
            </a:r>
            <a:br/>
            <a:r>
              <a:t>make bikes go fast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270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70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Brakes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986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Disc brakes that help</a:t>
            </a:r>
            <a:br/>
            <a:r>
              <a:t>riders stop safely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388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388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388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RockShox forks that</a:t>
            </a:r>
            <a:br/>
            <a:r>
              <a:t>absorb bumps on trails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506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506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Wheels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Zipp aero wheels built</a:t>
            </a:r>
            <a:br/>
            <a:r>
              <a:t>for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624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24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40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Quarq power meters</a:t>
            </a:r>
            <a:br/>
            <a:r>
              <a:t>that measure performance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7420" y="2011680"/>
            <a:ext cx="15925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7420" y="2240280"/>
            <a:ext cx="15925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1C1C1E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7420" y="292608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4580" y="338328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AXS app that connects</a:t>
            </a:r>
            <a:br/>
            <a:r>
              <a:t>all components digitally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A3A3C"/>
                </a:solidFill>
                <a:latin typeface="Calibri"/>
              </a:defRPr>
            </a:pPr>
            <a:r>
              <a:t>7 brands. 1 connected ecosystem. From casual riders to elite athletes.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SRAM's connected ecosystem is unmatched in cycling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Chicago-founded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 globally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Support-driven churn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244144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3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19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19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431596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19048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7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3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3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806500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Cycling Computer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993952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041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114800"/>
            <a:ext cx="1106424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13308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AXS Wireless Ecosystem  |  All connected, all generating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4632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484632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937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“A Shimano rider uses the app to check compatibility. A Hammerhead rider uses it to train, navigate, and communicate with their component stack. That is a fundamentally different data relationship.”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3492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6908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976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Start where domain knowledge is high and outcomes are measurable. Support is the proving ground for everything that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1546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6908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976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0690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983480"/>
            <a:ext cx="50800" cy="8229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21208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49834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94560" y="4983480"/>
            <a:ext cx="50800" cy="8229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0566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RECOMMENDED 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49834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498348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4910328"/>
            <a:ext cx="10927080" cy="969264"/>
          </a:xfrm>
          <a:prstGeom prst="rect">
            <a:avLst/>
          </a:prstGeom>
          <a:noFill/>
          <a:ln w="3175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46908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firmware, compatibility, and warranty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firmware, compatibility, and warranty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7899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“The first question I ask anyone skeptical about AI is: do you want to spend your day searching a 200-page compatibility PDF, or do you want to spend it talking to dealers?”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A 90-day pilot with human approval on every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TICKET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Dealer or rider</a:t>
            </a:r>
            <a:br/>
            <a:r>
              <a:t>submits via Zendesk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71576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AI RETRIEVES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Amazon Kendra</a:t>
            </a:r>
            <a:br/>
            <a:r>
              <a:t>finds approved docs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95604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AI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Amazon Bedrock</a:t>
            </a:r>
            <a:br/>
            <a:r>
              <a:t>from knowledge base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19632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HUMAN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Agent approves</a:t>
            </a:r>
            <a:br/>
            <a:r>
              <a:t>before sending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943660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QUALITY LOGGED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Metrics tracked;</a:t>
            </a:r>
            <a:br/>
            <a:r>
              <a:t>weekly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A 90-day pilot with human approval on every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TICKET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Dealer or rider</a:t>
            </a:r>
            <a:br/>
            <a:r>
              <a:t>submits via Zendesk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71576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AI RETRIEVES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Amazon Kendra</a:t>
            </a:r>
            <a:br/>
            <a:r>
              <a:t>finds approved docs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95604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AI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Amazon Bedrock</a:t>
            </a:r>
            <a:br/>
            <a:r>
              <a:t>from knowledge base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19632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HUMAN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Agent approves</a:t>
            </a:r>
            <a:br/>
            <a:r>
              <a:t>before sending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9436608" y="246888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800" y="1783080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3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286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QUALITY LOGGED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Metrics tracked;</a:t>
            </a:r>
            <a:br/>
            <a:r>
              <a:t>weekly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AXS + Hammerhead support only  |  Human approval on every response  |  Weekly quality review with rollback trigger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029200"/>
            <a:ext cx="50800" cy="50292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20640"/>
            <a:ext cx="10241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“I would rather shut it down and restart than defend a mistake to Ken.”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25780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 on the pull-the-plug criteria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38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SLA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38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SLA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157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Resolve more tickets without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current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38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SLA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157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Resolve more tickets without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current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4930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29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Below 50% at day 45 triggers scope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38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SLA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157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Resolve more tickets without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current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4930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29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Below 50% at day 45 triggers scope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27024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33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Increase agent 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Tickets handled per agent per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Five SMART goals define pilot success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38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SLA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157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Resolve more tickets without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Measured weekly vs. current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4930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29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Below 50% at day 45 triggers scope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27024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336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Increase agent 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+25%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Tickets handled per agent per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698480" cy="6858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04748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010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Hold customer satisfaction flat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51937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67676"/>
                </a:solidFill>
                <a:latin typeface="Calibri"/>
              </a:defRPr>
            </a:pPr>
            <a:r>
              <a:t>Any sustained drop triggers rollback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Kill criteria: 2 weeks quality drop, any safety error reaching a dealer, or dealer opt-out above 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90-day pilot mapped to SMART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92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09344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09344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Zendesk + Kendra + Bedrock integration; baseline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47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56816"/>
            <a:ext cx="181356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90-day pilot mapped to SMART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92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09344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09344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Zendesk + Kendra + Bedrock integration; baseline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47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56816"/>
            <a:ext cx="181356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249424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95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(AXS)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951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1160" y="2304288"/>
            <a:ext cx="336804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2600" y="2304288"/>
            <a:ext cx="318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AI drafts responses; agents review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426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(Hammerhead)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642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651760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Expand to Hammerhead device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44368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900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Response Time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9900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3000" y="2999232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440" y="2999232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SLA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337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Escalation Rate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337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3000" y="3346704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4440" y="3346704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39312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85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Throughput Measurement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6850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400" y="3694176"/>
            <a:ext cx="51816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9840" y="3694176"/>
            <a:ext cx="499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Tickets/agent/day tracked weekly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32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CSAT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0325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041648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4440" y="4041648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No decline for 2 consecutive periods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90-day pilot mapped to SMART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1280160"/>
            <a:ext cx="259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84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9200" y="1508760"/>
            <a:ext cx="12700" cy="45720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09344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09344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Zendesk + Kendra + Bedrock integration; baseline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47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56816"/>
            <a:ext cx="1813560" cy="219456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249424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95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(AXS)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2951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1160" y="2304288"/>
            <a:ext cx="336804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2600" y="2304288"/>
            <a:ext cx="318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AI drafts responses; agents review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6426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AI Draft Rollout (Hammerhead)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642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651760"/>
            <a:ext cx="25908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240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Expand to Hammerhead device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44368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900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Response Time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9900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3000" y="2999232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440" y="2999232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SLA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337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Escalation Rate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337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3000" y="3346704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4440" y="3346704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Weekly measurement vs.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39312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85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Throughput Measurement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6850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400" y="3694176"/>
            <a:ext cx="51816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9840" y="3694176"/>
            <a:ext cx="499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Tickets/agent/day tracked weekly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325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CSAT 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0325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G5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041648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4440" y="4041648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Calibri"/>
              </a:defRPr>
            </a:pPr>
            <a:r>
              <a:t>No decline for 2 consecutive periods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334256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3799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Weekly Quality Reviews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53000" y="4389120"/>
            <a:ext cx="6477000" cy="219456"/>
          </a:xfrm>
          <a:prstGeom prst="roundRect">
            <a:avLst>
              <a:gd name="adj" fmla="val 15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4440" y="4389120"/>
            <a:ext cx="6294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C1E"/>
                </a:solidFill>
                <a:latin typeface="Calibri"/>
              </a:defRPr>
            </a:pPr>
            <a:r>
              <a:t>Rollback trigger if quality drops 2 weeks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Day-45 Checkpoint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4736592"/>
            <a:ext cx="388620" cy="219456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1520" y="5029200"/>
            <a:ext cx="10698480" cy="347472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074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Day-90 Go/No-Go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041380" y="5084064"/>
            <a:ext cx="388620" cy="219456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577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Day-45 checkpoint: scope review if draft acceptance &lt; 50%  |  Day-90: go / no-go 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 net value in Year 1 on $2.7M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Scenario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2.8x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029200" cy="73152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3.8x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49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$22.5M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6.4x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Year-1 Financial Impact (All Phases)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Expected case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On $2.7M total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Cost Reductions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Support automation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Demand forecasting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Documentation and translation: $0.24M</a:t>
            </a:r>
          </a:p>
          <a:p>
            <a:pPr>
              <a:spcAft>
                <a:spcPts val="199"/>
              </a:spcAft>
              <a:defRPr sz="5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Revenue Growth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Customer retention: $3.0M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Package size increase: $4.0M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Proposal win rate: $2.5M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530352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C1C1E"/>
                </a:solidFill>
                <a:latin typeface="Calibri"/>
              </a:defRPr>
            </a:pPr>
            <a:r>
              <a:t>Gross value: $12.9M</a:t>
            </a:r>
          </a:p>
          <a:p>
            <a:pPr>
              <a:spcAft>
                <a:spcPts val="329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Setup + operating costs: ($2.7M)</a:t>
            </a:r>
          </a:p>
          <a:p>
            <a:pPr>
              <a:spcAft>
                <a:spcPts val="38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Net value: $10.2M  |  Return: 3.8x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Proven AI pilots, strong data infrastructure, and teams that understand guardrails unlock the innovation no competitor can replicate.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Proven AI pilots, strong data infrastructure, and teams that understand guardrails unlock the innovation no competitor can replicate.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4290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Connected components predict chain and brake pad replacement before failure. Installed base becomes recurring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4290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1480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power. Products improve continuously after purchase.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657600"/>
            <a:ext cx="34290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11480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Telemetry tells dealers which parts approach end-of-life in their area. Proactive ordering replaces reactive.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50800" cy="4114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00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actions for SRAM's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0020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Launch the 90-Day Support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AXS and Hammerhead dealer support. One product owner, one integration engineer. Human approval on all outputs. Weekly quality reviews with defined rollback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Begin Data Infrastructure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Unified data layer connecting Shopify, support systems, and telemetry. Foundation for Phase 2 forecasting and Phase 4 AXS Intelligence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43484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Hold Sequencing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Bounded, well-defined problems first. Broader transformation after measured proof. The 90-day pilot produces data to justify or redirect every subsequent investment.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715000"/>
            <a:ext cx="50800" cy="54864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7424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Expected Year-1 return: 3.8x on $2.7M spend</a:t>
            </a:r>
          </a:p>
          <a:p>
            <a:pPr>
              <a:spcAft>
                <a:spcPts val="220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Downside bounded by 90-day pilot  |  Upside scales with SRAM's data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Financial detail across three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1907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Support assistant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Forecasting +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45059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Documentation +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$0.24M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Customer retention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$3.0M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18211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Package size increase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$8.0M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Proposal win-rate 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$3.8M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0515600" cy="127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Gross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$6.1M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$12.9M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$26.0M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Setup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($1.2M)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($2.0M)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($2.5M)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Operating costs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($0.4M)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($0.7M)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($1.0M)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$22.5M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2.8x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6.4x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Interview with Jordan Hartsell, VP Digital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45-minute Zoom call  |  March 2026  |  Key quotes and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DATA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“We have good data in pockets and messy data everywhere else. If I wanted to build a support AI today, I could get it to work well for AXS and Hammerhead. The moment a dealer asks about a RockShox fork on a 2019 frame with a third-party brake, I start to sweat.”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Validates bounded pilot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ADOPTION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“The resistance comes from customer-facing teams because they worry AI will produce confident-sounding wrong answers that damage dealer relationships they have spent years building.”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Human-in-the-loop is mandatory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COMPETITIVE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“A Shimano rider uses the app to check compatibility. A Hammerhead rider uses it to train, navigate, and communicate with their component stack. That is a fundamentally different data relationship.”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Hammerhead is SRAM's real AI moat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SUCCESS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138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“I want one workflow measurably faster, measurably more accurate, with no regression in dealer satisfaction scores.”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Aligns with our 90-day pilot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Phasing, talent, and organizational enablers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1: Support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0-90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integration engineer (internal or contractor)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product owner from support organization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Zendesk AI + Amazon Kendra + Bedrock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No new AI/ML hires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2: Data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90-180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Add product managers and QA capacity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Unified data layer linking CRM + inventory + telemetry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AWS SageMaker for forecasting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ERP system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3: Revenue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180-365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Salesforce Einstein/Agentforce for OEM proposals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rules engine for recommendations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Cross-functional product + sales alignment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Expected $2.5M from 1% win-rate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4: AI-First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Year 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Intelligence Platform development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Digital twin and generative design capability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Predictive maintenance subscription model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AI-adjusted component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