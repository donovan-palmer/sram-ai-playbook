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Private, Chicago-founded. Second-largest bicycle component manufacturer globally. Dominant in mountain bike. Seven brands, three channels.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not disclosed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82880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9659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194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6517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461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The Connected Ecosystem (no competitor matches this breadth)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</a:t>
            </a:r>
            <a:br/>
            <a:r>
              <a:t>+ Braking</a:t>
            </a:r>
          </a:p>
        </p:txBody>
      </p:sp>
      <p:sp>
        <p:nvSpPr>
          <p:cNvPr id="26" name="Isosceles Triangle 25"/>
          <p:cNvSpPr/>
          <p:nvPr/>
        </p:nvSpPr>
        <p:spPr>
          <a:xfrm rot="5400000">
            <a:off x="244144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60603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19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19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30" name="Isosceles Triangle 29"/>
          <p:cNvSpPr/>
          <p:nvPr/>
        </p:nvSpPr>
        <p:spPr>
          <a:xfrm rot="5400000">
            <a:off x="431596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8055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1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1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</a:t>
            </a:r>
            <a:br/>
            <a:r>
              <a:t>Cockpit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619048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55079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9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</a:t>
            </a:r>
            <a:br/>
            <a:r>
              <a:t>Meters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8065007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2960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</a:t>
            </a:r>
            <a:br/>
            <a:r>
              <a:t>Computer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9939528" y="40690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104120" y="3657600"/>
            <a:ext cx="169164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41280" y="373075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4023360"/>
            <a:ext cx="1417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9204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91032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data, all controlled through one platform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" y="539496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" y="539496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" y="5486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" y="58978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Every function at SRAM has AI potential. Ordered by implementation complexity and time to return.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96012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SUPPORT  |  RECOMMENDED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39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39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599" y="1828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9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9" y="2103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9" y="2423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59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39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39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39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599" y="2971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9" y="3044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9" y="3246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9" y="3566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59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39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39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39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599" y="4114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79" y="4187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79" y="4389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79" y="4709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80559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663439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63439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39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599" y="5257800"/>
            <a:ext cx="352044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79" y="5330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767676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79" y="5532120"/>
            <a:ext cx="3154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79" y="585216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83080"/>
            <a:ext cx="32918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9202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Follow repeatable,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783080"/>
            <a:ext cx="3657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9202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1488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606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 2024-2025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37560"/>
            <a:ext cx="50292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Customer Pain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6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Trustpilot reviews cite warranty frustration and delays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Reddit 2024-25 threads on pairing failures and shifting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App store reviews flag AXS and Hammerhead bugs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Riders explicitly stating intent to switch to Shimano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3337560"/>
            <a:ext cx="548640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Why SRAM Can Fix This with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9476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Structured knowledge base with manuals and guides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telemetry data on firmware, error codes, device state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Hammerhead ride and device diagnostic data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60-70% data-ready for AXS/Hammerhead support (per VP)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760720"/>
            <a:ext cx="1078992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760720"/>
            <a:ext cx="50800" cy="64008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8521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612648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148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371600"/>
            <a:ext cx="1965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508760"/>
            <a:ext cx="320040" cy="32004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92024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19456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Pilot Scope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drivetrain + Hammerhead device support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Dealer inbox and high-volume web forms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and firmware issues first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on all customer-facing responses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520440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Risk Controls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977639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Human approval for warranty and safety decisions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Answers sourced from approved docs only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Weekly quality review with rollback trigger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automated warranty adjudication in Phase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603504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603504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612648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62636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SMART Goals (90 Days)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19072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737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73736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vs. current SLA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121408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12140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1214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1214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487168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505456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0545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 draft acceptance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5054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50545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agents approve draft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889504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28895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8895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8895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tickets per agent/day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255264"/>
            <a:ext cx="50292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7355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3273552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satisfaction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32735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2735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CSAT holds flat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74903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Savings Math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0690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120 support staff x $90K avg. cost</a:t>
            </a:r>
            <a:br/>
            <a:r>
              <a:t>x 60% AI-addressable work</a:t>
            </a:r>
            <a:br/>
            <a:r>
              <a:t>x 35% productivity gain</a:t>
            </a:r>
            <a:br/>
            <a:r>
              <a:t>x 70% adoption = $1.6M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074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394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5394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 net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5394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715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5715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 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5715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035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6035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 net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60350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connected SRAM product a rider buys increases the value of the data and the quality of the AI. No competitor can replicate this full-stack advantage.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PHASE 1  |  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Support Pilot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AI-assisted support</a:t>
            </a:r>
            <a:br/>
            <a:r>
              <a:t>for AXS + Hammerhead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335584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  |  90-180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 Foundation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</a:t>
            </a:r>
            <a:br/>
            <a:r>
              <a:t>+ demand forecasting</a:t>
            </a:r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9048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3  |  180-365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Revenue Acceleration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OEM automation +</a:t>
            </a:r>
            <a:br/>
            <a:r>
              <a:t>part recommendations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9025128" y="233172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35440" y="1783080"/>
            <a:ext cx="260604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874519"/>
            <a:ext cx="2240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4  |  Year 2+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10312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AI-First Culture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423160"/>
            <a:ext cx="2240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AXS Intelligence</a:t>
            </a:r>
            <a:br/>
            <a:r>
              <a:t>+ predictive maintenance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044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61188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88620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754880"/>
            <a:ext cx="544068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48463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120640"/>
            <a:ext cx="4983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6080760"/>
            <a:ext cx="1069848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6080760"/>
            <a:ext cx="50800" cy="3657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61081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