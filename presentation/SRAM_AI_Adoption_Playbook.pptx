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sells $1B+ in cycling components through the only fully connected ecosystem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3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59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5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3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59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5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3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3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59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5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3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3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59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1C1C1E"/>
                </a:solidFill>
                <a:latin typeface="Calibri"/>
              </a:defRPr>
            </a:pPr>
            <a:r>
              <a:t>Of these 12 initiatives, one stands out.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56032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Highest pain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971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Trustpilot at 1.6 / 5.0</a:t>
            </a:r>
            <a:br/>
            <a:r>
              <a:t>Riders threatening to switch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56032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Strongest data advantage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2971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AXS telemetry + structured</a:t>
            </a:r>
            <a:br/>
            <a:r>
              <a:t>knowledge base ready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256032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19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Fastest path to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971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90 days to measurable ROI</a:t>
            </a:r>
            <a:br/>
            <a:r>
              <a:t>Bounded downside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114800"/>
            <a:ext cx="66751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4114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4251960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526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Customer and Dealer Support Automation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9834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70% of dealer questions follow patterns an AI agent can draft accurate responses for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Azure AI Search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OpenAI generates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Expected Year-1 net value of $10.2M on $2.7M total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90-Day Pilot Targets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19072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Time-to-first-response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40%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2140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15% improvement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87168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0545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productivity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50545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25% increase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88950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8895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Above 70%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55264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273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273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Savings Math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1605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 = $1.6M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486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486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806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064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126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By 2031, SRAM transforms from hardware manufacturer to performance intelligence company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Azure AI Search + OpenAI API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Data engineering hires (2-3)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Vertex AI or Databricks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