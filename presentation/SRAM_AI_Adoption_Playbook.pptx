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9601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SUPPORT  |  RECOMMENDED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5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3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3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59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3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3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7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5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3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3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59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7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7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5054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95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8895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73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73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60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486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06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126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